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MALOC - Synthese de livraison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Charges, booking, permissions, mobile, UAT</a:t>
            </a:r>
          </a:p>
          <a:p>
            <a:r>
              <a:t>Mise a jour: 2026-03-07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de la livraison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Fiabiliser les cycles booking et post-checkout</a:t>
            </a:r>
          </a:p>
          <a:p>
            <a:pPr/>
            <a:r>
              <a:t>Renforcer controle des droits par role</a:t>
            </a:r>
          </a:p>
          <a:p>
            <a:pPr/>
            <a:r>
              <a:t>Professionnaliser Charges &amp; Depenses et KPI</a:t>
            </a:r>
          </a:p>
          <a:p>
            <a:pPr/>
            <a:r>
              <a:t>Stabiliser flux mobile check-in/check-out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Charges &amp; Depenses - apports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Portee VEHICLE/AGENCY/COMPANY + centre de cout</a:t>
            </a:r>
          </a:p>
          <a:p>
            <a:pPr/>
            <a:r>
              <a:t>Categories explicites non-vehicule (salary, office rent...)</a:t>
            </a:r>
          </a:p>
          <a:p>
            <a:pPr/>
            <a:r>
              <a:t>Filtrage intelligent des categories selon contexte</a:t>
            </a:r>
          </a:p>
          <a:p>
            <a:pPr/>
            <a:r>
              <a:t>Export CSV robuste compatible Excel (UTF-8/CRLF)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Booking et gouvernance des droits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AGENT bloque sur create/update/delete booking</a:t>
            </a:r>
          </a:p>
          <a:p>
            <a:pPr/>
            <a:r>
              <a:t>AGENT conserve check-in/check-out</a:t>
            </a:r>
          </a:p>
          <a:p>
            <a:pPr/>
            <a:r>
              <a:t>Cloture financiere reservee aux roles agence autorises</a:t>
            </a:r>
          </a:p>
          <a:p>
            <a:pPr/>
            <a:r>
              <a:t>Notification in-app de cloture en attente apres checkout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Qualite operationnelle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Deduplication notifications (pas de doublons)</a:t>
            </a:r>
          </a:p>
          <a:p>
            <a:pPr/>
            <a:r>
              <a:t>Activation email et profil obligatoire pour roles agence</a:t>
            </a:r>
          </a:p>
          <a:p>
            <a:pPr/>
            <a:r>
              <a:t>KPI enrichi: charges par centre de cout et allocation partagee</a:t>
            </a:r>
          </a:p>
          <a:p>
            <a:pPr/>
            <a:r>
              <a:t>Scripts de simulation fonctionnelle et E2E role AGENT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Mobile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Correction WebView natif pour signature</a:t>
            </a:r>
          </a:p>
          <a:p>
            <a:pPr/>
            <a:r>
              <a:t>Hydratation donnees check-in dans ecran check-out</a:t>
            </a:r>
          </a:p>
          <a:p>
            <a:pPr/>
            <a:r>
              <a:t>Suppression du cas odometerStart non defini</a:t>
            </a:r>
          </a:p>
          <a:p>
            <a:pPr/>
            <a:r>
              <a:t>Flux terrain plus fiable pour agents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de preuves et UAT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Checklist UAT dediee (roles, booking, charges, mobile)</a:t>
            </a:r>
          </a:p>
          <a:p>
            <a:pPr/>
            <a:r>
              <a:t>Plan de captures ecran structure par module</a:t>
            </a:r>
          </a:p>
          <a:p>
            <a:pPr/>
            <a:r>
              <a:t>Preuve CSV et preuves API 403/succes attendues</a:t>
            </a:r>
          </a:p>
          <a:p>
            <a:pPr/>
            <a:r>
              <a:t>Gate release: 0 blocant, ecarts mineurs documentes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Prochaines etapes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Executer UAT en environnement cible</a:t>
            </a:r>
          </a:p>
          <a:p>
            <a:pPr/>
            <a:r>
              <a:t>Inserer captures finales dans le dossier preuves</a:t>
            </a:r>
          </a:p>
          <a:p>
            <a:pPr/>
            <a:r>
              <a:t>Valider resultat avec metier et operations agence</a:t>
            </a:r>
          </a:p>
          <a:p>
            <a:pPr/>
            <a:r>
              <a:t>Programmer fenetre de mise en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