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MALOC - Presentation Client Complete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Toutes versions | Captures live | 2026-03-09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Publique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ecrans presentes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Forgot Password</a:t>
            </a:r>
          </a:p>
        </p:txBody>
      </p:sp>
      <p:pic>
        <p:nvPicPr>
          <p:cNvPr id="3" name="Picture 2" descr="forgo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</a:t>
            </a:r>
          </a:p>
        </p:txBody>
      </p:sp>
      <p:pic>
        <p:nvPicPr>
          <p:cNvPr id="3" name="Picture 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</a:t>
            </a:r>
          </a:p>
        </p:txBody>
      </p:sp>
      <p:pic>
        <p:nvPicPr>
          <p:cNvPr id="3" name="Picture 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Reset Password</a:t>
            </a:r>
          </a:p>
        </p:txBody>
      </p:sp>
      <p:pic>
        <p:nvPicPr>
          <p:cNvPr id="3" name="Picture 2" descr="rese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Admin (Super Admin)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33 ecrans presentes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Agencies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Companies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Company Health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Notifications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Plans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Profile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Settings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Subscriptions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Users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Bookings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Charges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Clients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Contracts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Fines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Invoices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Journal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Maintenance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Notifications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Planning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Profile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Vehicles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Agencies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Analytics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Notifications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Planning</a:t>
            </a:r>
          </a:p>
        </p:txBody>
      </p:sp>
      <p:pic>
        <p:nvPicPr>
          <p:cNvPr id="3" name="Picture 2" descr="company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Profile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Users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Company (Direction Entreprise)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23 ecrans presentes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Bookings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Charges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Clients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Contracts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Fines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Invoices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Journal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Maintenance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Notifications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Planning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Profile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Vehicles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Agencies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Analytics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Notifications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Planning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Profile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Users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Agence (Manager)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ecrans presentes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Bookings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Charges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Clients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Contracts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Fines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Invoices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Journal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Maintenance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Notifications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Planning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Profile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Vehicles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Agent (Terrain)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ecrans presentes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Bookings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Charges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Clients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Contracts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Fines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Gps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Invoices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Journal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Kpi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Maintenance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Notifications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Planning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Profile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Vehicles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